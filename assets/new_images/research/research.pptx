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90" y="-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AC0C3-4697-4B5C-7F44-3B9B60C9C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E138D8-1FF5-3755-4201-B86C4F58E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0CC452-A387-B9D8-65B2-C5E4A7D8F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76CD-7C0C-4728-9D46-9D88FB728D74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A287E5-30C2-C2E3-3981-641A420E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1D99DF-9978-7B59-18A8-C137B538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44A6F-9EFC-4816-9B23-041563BFB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896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5C076E-0BF4-06F5-A0A0-C6E8C0B00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4A8F01-3FE5-A15D-F789-47515251A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1817ED-78EC-F854-8D4E-EAB06E670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76CD-7C0C-4728-9D46-9D88FB728D74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134D42-4236-E605-F6A2-10D363C4E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EA92E7-4191-011C-E1E0-D1F83614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44A6F-9EFC-4816-9B23-041563BFB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287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1C765-9AF0-1041-6357-76AB14F29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9158B1-7344-C2A9-067E-F61B947E0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0FAD8B-F882-0F73-6E56-EF7218C42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76CD-7C0C-4728-9D46-9D88FB728D74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EAB370-3E6E-7847-0E1F-18FA0A878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C41C13-5104-1AF7-D327-D2EA2ADA8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44A6F-9EFC-4816-9B23-041563BFB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937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EC5F1-E4E7-C498-9D83-A1EFB6517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A000C8-A2C9-E9BE-BE97-0F27F9ED0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45E4B5-4572-53D6-C9C4-1586FBF53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F15C46-3345-8C2A-1065-11466A17D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76CD-7C0C-4728-9D46-9D88FB728D74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6BA9ED-76C2-7081-CFE5-99E89CF4C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2CBA23-7399-0CB2-AE31-2901C1FA3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44A6F-9EFC-4816-9B23-041563BFB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623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F485A-8A1C-CD4D-A40B-AC43B8E0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B0FE10-526A-3498-932B-13BFF589D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1790BC-6939-4FE6-5AEF-4DBECBB30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040785-742B-77A7-7B61-65B5190E1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E95B63A-AF82-3D8B-CC58-152D5F47A3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68989A5-F1F2-6637-80A7-4D6E54DB9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76CD-7C0C-4728-9D46-9D88FB728D74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75F3AD7-3AE1-35C3-884D-1A925A77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FC9964-45A2-454F-0472-19F8A75E7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44A6F-9EFC-4816-9B23-041563BFB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159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5962E-8DE1-3A18-16EA-719950889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A6B7B0-D4DA-A060-BD32-88F38B472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76CD-7C0C-4728-9D46-9D88FB728D74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31CA5F-251B-FC63-3A71-7C4514B54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2E0C52-9BDA-9D49-BC79-CFE7A760A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44A6F-9EFC-4816-9B23-041563BFB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684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99529A-0013-276E-25ED-7D458AD35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76CD-7C0C-4728-9D46-9D88FB728D74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98AC8DD-01AA-9DF9-D84C-541A3B7D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51C4B1-943D-6246-7933-98405EC68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44A6F-9EFC-4816-9B23-041563BFB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83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1D382-50CF-C807-1AB9-6A254149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21FC92-815E-5C7C-DED1-5585676D6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934A07-1E45-4244-DD44-E4E1A2D2B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FE5A5B-8D4A-8009-B3BC-0E8FA7F55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76CD-7C0C-4728-9D46-9D88FB728D74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115385-D115-9E1F-892F-675C9561A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347664-E64E-48D1-6C57-8EE18D83A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44A6F-9EFC-4816-9B23-041563BFB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801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DFB6C-ADDB-EC15-B3B8-06988390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49F73DD-12B5-C6F6-0D54-60A9C8C70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A27110-DE0A-BBBE-8080-71B1E0D40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902775-2B32-426E-0DD1-5BA9492E7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76CD-7C0C-4728-9D46-9D88FB728D74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79B469-1043-2D34-EDC9-6A5F0CA49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56E504-8773-D2C3-FB87-2BE4171B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44A6F-9EFC-4816-9B23-041563BFB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20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CA4C5-A51F-4325-F166-2BAEFBE8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3ABC8C-1798-FD38-430D-08A26C5CD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98C617-F543-75FE-79F8-282CE6C82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76CD-7C0C-4728-9D46-9D88FB728D74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5893A8-A9A3-A402-5C8F-51C4F201B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ACDF2B-DEE4-489D-5621-8CA990CBE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44A6F-9EFC-4816-9B23-041563BFB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307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4F6CD3E-8F57-9C76-486C-52F1F8C090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8248B4-70EE-F87F-7B67-9DF8EB4B0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59B3E1-981F-ADE4-C86F-AAD989221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76CD-7C0C-4728-9D46-9D88FB728D74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369A17-2E8C-0506-6D01-1626B590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780EDE-8A5F-4AD6-3FFD-E455AA4DA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44A6F-9EFC-4816-9B23-041563BFB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91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C35C7E3-0204-9A8E-B93F-6515B4F8D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CE55C1-F809-4589-B302-A87E2DE84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A49E2A-E9E8-170E-443E-4D04AD2E7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676CD-7C0C-4728-9D46-9D88FB728D74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4780E7-B0BE-CDD1-267D-7CF30E5B4C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241A86-C0B8-E65D-8EE9-B8FBA2B2B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44A6F-9EFC-4816-9B23-041563BFB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29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>
            <a:extLst>
              <a:ext uri="{FF2B5EF4-FFF2-40B4-BE49-F238E27FC236}">
                <a16:creationId xmlns:a16="http://schemas.microsoft.com/office/drawing/2014/main" id="{76727B8F-D92F-D766-3BF8-096DD29E3869}"/>
              </a:ext>
            </a:extLst>
          </p:cNvPr>
          <p:cNvGrpSpPr/>
          <p:nvPr/>
        </p:nvGrpSpPr>
        <p:grpSpPr>
          <a:xfrm>
            <a:off x="328690" y="314325"/>
            <a:ext cx="7789816" cy="6410325"/>
            <a:chOff x="328690" y="314325"/>
            <a:chExt cx="7789816" cy="6410325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EED2779-A1F9-8E0A-A003-B1D49A4198BF}"/>
                </a:ext>
              </a:extLst>
            </p:cNvPr>
            <p:cNvSpPr/>
            <p:nvPr/>
          </p:nvSpPr>
          <p:spPr>
            <a:xfrm>
              <a:off x="328690" y="314325"/>
              <a:ext cx="7789816" cy="6410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078CF01-CE4B-0D5B-2C19-CE38EBF7E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3892" y="503485"/>
              <a:ext cx="5074025" cy="288502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D267D88-1911-C936-FB98-D3478A367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2692" y="492136"/>
              <a:ext cx="1393008" cy="286779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5DDC16D-6E0E-68FF-78A5-69C04E2C0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3892" y="3482650"/>
              <a:ext cx="3215705" cy="3061025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4F77F5E-9635-F2C3-C864-3DE15B640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97599" y="3482648"/>
              <a:ext cx="3208101" cy="3061027"/>
            </a:xfrm>
            <a:prstGeom prst="rect">
              <a:avLst/>
            </a:prstGeom>
          </p:spPr>
        </p:pic>
      </p:grpSp>
      <p:pic>
        <p:nvPicPr>
          <p:cNvPr id="43" name="그림 42">
            <a:extLst>
              <a:ext uri="{FF2B5EF4-FFF2-40B4-BE49-F238E27FC236}">
                <a16:creationId xmlns:a16="http://schemas.microsoft.com/office/drawing/2014/main" id="{0533F7CE-3FFF-BDE3-CFAD-983C09C1B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2118" y="503485"/>
            <a:ext cx="7791363" cy="640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992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7936220-40CD-59C9-D3C3-0286841E6E73}"/>
              </a:ext>
            </a:extLst>
          </p:cNvPr>
          <p:cNvSpPr/>
          <p:nvPr/>
        </p:nvSpPr>
        <p:spPr>
          <a:xfrm>
            <a:off x="944880" y="1167511"/>
            <a:ext cx="5303520" cy="41055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0C145F0-3C47-8F91-8872-D6247BE35287}"/>
              </a:ext>
            </a:extLst>
          </p:cNvPr>
          <p:cNvGrpSpPr/>
          <p:nvPr/>
        </p:nvGrpSpPr>
        <p:grpSpPr>
          <a:xfrm>
            <a:off x="1006811" y="1413578"/>
            <a:ext cx="4984414" cy="3637122"/>
            <a:chOff x="6068212" y="1794578"/>
            <a:chExt cx="4984414" cy="363712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1FF36E9-FF44-D9F4-D02C-BA9B1EAAD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68212" y="1794578"/>
              <a:ext cx="2944840" cy="154800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802A790-6B65-FB5E-CDBA-79F66CC0A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04087" y="1812578"/>
              <a:ext cx="2039574" cy="1512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ABDA8F3-791B-86C9-B6F1-CE0B4614D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66334" y="3415700"/>
              <a:ext cx="4786292" cy="2016000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05CD342A-C30C-AE05-4117-5CB61DFD9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8453" y="1170076"/>
            <a:ext cx="5303980" cy="41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14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ParkChaeHwan</dc:creator>
  <cp:lastModifiedBy>ParkChaeHwan</cp:lastModifiedBy>
  <cp:revision>1</cp:revision>
  <dcterms:created xsi:type="dcterms:W3CDTF">2026-01-03T07:00:08Z</dcterms:created>
  <dcterms:modified xsi:type="dcterms:W3CDTF">2026-01-03T08:03:25Z</dcterms:modified>
</cp:coreProperties>
</file>